
<file path=[Content_Types].xml><?xml version="1.0" encoding="utf-8"?>
<Types/>
</file>

<file path=ppt/presentation.xml><p:presentation xmlns:r="r"><p:sldIdLst><p:sldId r:id="rId2"/><p:sldId r:id="rId3"/></p:sldIdLst></p:presentation>
</file>

<file path=ppt/_rels/presentation.xml.rels><Relationships><Relationship Id="rId2" Type="x/slide" Target="slides/slide1.xml"/><Relationship Id="rId3" Type="x/slide" Target="slides/slide2.xml"/></Relationships>
</file>

<file path=ppt/notesSlides/notesSlide1.xml><?xml version="1.0" encoding="utf-8"?>
<p:notes xmlns:a="a" xmlns:p="p">
  <p:cSld>
    <p:spTree>
      <p:sp>
        <p:nvSpPr>
          <p:nvPr>
            <p:ph type="body"/>
          </p:nvPr>
        </p:nvSpPr>
        <p:txBody>
          <a:p>
            <a:r>
              <a:t>Remember to smile.</a:t>
            </a:r>
          </a:p>
        </p:txBody>
      </p:sp>
    </p:spTree>
  </p:cSld>
</p:notes>
</file>

<file path=ppt/slides/_rels/slide1.xml.rels><Relationships><Relationship Id="rId9" Type="x/image" Target="../media/image1.png"/><Relationship Id="rId8" Type="x/notesSlide" Target="../notesSlides/notesSlide1.xml"/></Relationships>
</file>

<file path=ppt/slides/slide1.xml><?xml version="1.0" encoding="utf-8"?>
<p:sld xmlns:a="a" xmlns:p="p" xmlns:r="r">
  <p:cSld>
    <p:spTree>
      <p:sp>
        <p:nvSpPr>
          <p:nvPr>
            <p:ph type="title"/>
          </p:nvPr>
        </p:nvSpPr>
        <p:txBody>
          <a:p>
            <a:r>
              <a:t>Welcome</a:t>
            </a:r>
          </a:p>
        </p:txBody>
      </p:sp>
      <p:sp>
        <p:nvSpPr>
          <p:nvPr>
            <p:ph type="body"/>
          </p:nvPr>
        </p:nvSpPr>
        <p:txBody>
          <a:p>
            <a:r>
              <a:t>First point</a:t>
            </a:r>
          </a:p>
          <a:p>
            <a:pPr lvl="1"/>
            <a:r>
              <a:t>Sub point</a:t>
            </a:r>
          </a:p>
        </p:txBody>
      </p:sp>
      <p:pic>
        <p:nvPicPr>
          <p:cNvPr id="5" name="P" descr="a diagram"/>
        </p:nvPicPr>
        <p:blipFill>
          <a:blip r:embed="rId9"/>
        </p:blipFill>
      </p:pic>
    </p:spTree>
  </p:cSld>
</p:sld>
</file>

<file path=ppt/slides/slide2.xml><?xml version="1.0" encoding="utf-8"?>
<p:sld xmlns:a="a" xmlns:p="p">
  <p:cSld>
    <p:spTree>
      <p:sp>
        <p:nvSpPr>
          <p:nvPr>
            <p:ph type="title"/>
          </p:nvPr>
        </p:nvSpPr>
        <p:txBody>
          <a:p>
            <a:r>
              <a:t>Data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Name</a:t>
                      </a:r>
                    </a:p>
                  </a:txBody>
                </a:tc>
                <a:tc>
                  <a:txBody>
                    <a:p>
                      <a:r>
                        <a:t>Value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x</a:t>
                      </a:r>
                    </a:p>
                  </a:txBody>
                </a:tc>
                <a:tc>
                  <a:txBody>
                    <a:p>
                      <a:r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